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sldIdLst>
    <p:sldId id="256" r:id="rId2"/>
    <p:sldId id="332" r:id="rId3"/>
    <p:sldId id="325" r:id="rId4"/>
    <p:sldId id="331" r:id="rId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5A5A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19" autoAdjust="0"/>
    <p:restoredTop sz="94660"/>
  </p:normalViewPr>
  <p:slideViewPr>
    <p:cSldViewPr snapToGrid="0">
      <p:cViewPr varScale="1">
        <p:scale>
          <a:sx n="128" d="100"/>
          <a:sy n="128" d="100"/>
        </p:scale>
        <p:origin x="1672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3988F82-B575-4FED-995F-EE36B716F162}" type="datetimeFigureOut">
              <a:rPr lang="en-US" smtClean="0"/>
              <a:t>5/8/26</a:t>
            </a:fld>
            <a:endParaRPr 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9F4D014-7E33-44A7-8C25-594FB616F2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52184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 b="1"/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2187060"/>
          </a:xfrm>
        </p:spPr>
        <p:txBody>
          <a:bodyPr/>
          <a:lstStyle>
            <a:lvl1pPr marL="0" indent="0" algn="ctr">
              <a:buNone/>
              <a:defRPr sz="2400" b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83D597-4074-484D-B366-9FBF1EAB7EA4}" type="datetimeFigureOut">
              <a:rPr lang="en-US" smtClean="0"/>
              <a:t>5/8/26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673D6C-392A-46A2-A751-B42838D7A2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41358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0803" y="193278"/>
            <a:ext cx="8071945" cy="544513"/>
          </a:xfrm>
        </p:spPr>
        <p:txBody>
          <a:bodyPr>
            <a:normAutofit/>
          </a:bodyPr>
          <a:lstStyle>
            <a:lvl1pPr>
              <a:defRPr sz="3200" b="1"/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0803" y="1040524"/>
            <a:ext cx="8071945" cy="5136440"/>
          </a:xfrm>
        </p:spPr>
        <p:txBody>
          <a:bodyPr/>
          <a:lstStyle>
            <a:lvl1pPr>
              <a:lnSpc>
                <a:spcPct val="110000"/>
              </a:lnSpc>
              <a:defRPr b="1"/>
            </a:lvl1pPr>
            <a:lvl2pPr>
              <a:lnSpc>
                <a:spcPct val="110000"/>
              </a:lnSpc>
              <a:defRPr/>
            </a:lvl2pPr>
            <a:lvl3pPr>
              <a:lnSpc>
                <a:spcPct val="110000"/>
              </a:lnSpc>
              <a:defRPr/>
            </a:lvl3pPr>
            <a:lvl4pPr>
              <a:lnSpc>
                <a:spcPct val="110000"/>
              </a:lnSpc>
              <a:defRPr/>
            </a:lvl4pPr>
            <a:lvl5pPr>
              <a:lnSpc>
                <a:spcPct val="110000"/>
              </a:lnSpc>
              <a:defRPr/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83D597-4074-484D-B366-9FBF1EAB7EA4}" type="datetimeFigureOut">
              <a:rPr lang="en-US" smtClean="0"/>
              <a:t>5/8/26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673D6C-392A-46A2-A751-B42838D7A247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Rectangle 9">
            <a:extLst>
              <a:ext uri="{FF2B5EF4-FFF2-40B4-BE49-F238E27FC236}">
                <a16:creationId xmlns:a16="http://schemas.microsoft.com/office/drawing/2014/main" id="{4BEA061B-1699-4459-8C4A-829B449A8FFF}"/>
              </a:ext>
            </a:extLst>
          </p:cNvPr>
          <p:cNvSpPr/>
          <p:nvPr userDrawn="1"/>
        </p:nvSpPr>
        <p:spPr>
          <a:xfrm>
            <a:off x="510803" y="800718"/>
            <a:ext cx="8071945" cy="45719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33872360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1771287"/>
          </a:xfrm>
        </p:spPr>
        <p:txBody>
          <a:bodyPr anchor="b">
            <a:normAutofit/>
          </a:bodyPr>
          <a:lstStyle>
            <a:lvl1pPr algn="ctr">
              <a:defRPr sz="4800" b="1"/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922461"/>
            <a:ext cx="7886700" cy="2167190"/>
          </a:xfrm>
        </p:spPr>
        <p:txBody>
          <a:bodyPr/>
          <a:lstStyle>
            <a:lvl1pPr marL="0" indent="0" algn="ctr">
              <a:buNone/>
              <a:defRPr sz="2400" b="1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83D597-4074-484D-B366-9FBF1EAB7EA4}" type="datetimeFigureOut">
              <a:rPr lang="en-US" smtClean="0"/>
              <a:t>5/8/26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673D6C-392A-46A2-A751-B42838D7A2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34772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10803" y="1025824"/>
            <a:ext cx="4004047" cy="5151139"/>
          </a:xfrm>
        </p:spPr>
        <p:txBody>
          <a:bodyPr/>
          <a:lstStyle>
            <a:lvl1pPr defTabSz="914400">
              <a:lnSpc>
                <a:spcPct val="110000"/>
              </a:lnSpc>
              <a:defRPr b="1"/>
            </a:lvl1pPr>
            <a:lvl2pPr defTabSz="914400">
              <a:lnSpc>
                <a:spcPct val="110000"/>
              </a:lnSpc>
              <a:defRPr/>
            </a:lvl2pPr>
            <a:lvl3pPr defTabSz="914400">
              <a:lnSpc>
                <a:spcPct val="110000"/>
              </a:lnSpc>
              <a:defRPr/>
            </a:lvl3pPr>
            <a:lvl4pPr defTabSz="914400">
              <a:lnSpc>
                <a:spcPct val="110000"/>
              </a:lnSpc>
              <a:defRPr/>
            </a:lvl4pPr>
            <a:lvl5pPr defTabSz="914400">
              <a:lnSpc>
                <a:spcPct val="110000"/>
              </a:lnSpc>
              <a:defRPr/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025824"/>
            <a:ext cx="3953598" cy="5151139"/>
          </a:xfrm>
        </p:spPr>
        <p:txBody>
          <a:bodyPr/>
          <a:lstStyle>
            <a:lvl1pPr>
              <a:lnSpc>
                <a:spcPct val="110000"/>
              </a:lnSpc>
              <a:defRPr b="1"/>
            </a:lvl1pPr>
            <a:lvl2pPr>
              <a:lnSpc>
                <a:spcPct val="110000"/>
              </a:lnSpc>
              <a:defRPr/>
            </a:lvl2pPr>
            <a:lvl3pPr>
              <a:lnSpc>
                <a:spcPct val="110000"/>
              </a:lnSpc>
              <a:defRPr/>
            </a:lvl3pPr>
            <a:lvl4pPr>
              <a:lnSpc>
                <a:spcPct val="110000"/>
              </a:lnSpc>
              <a:defRPr/>
            </a:lvl4pPr>
            <a:lvl5pPr>
              <a:lnSpc>
                <a:spcPct val="110000"/>
              </a:lnSpc>
              <a:defRPr/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83D597-4074-484D-B366-9FBF1EAB7EA4}" type="datetimeFigureOut">
              <a:rPr lang="en-US" smtClean="0"/>
              <a:t>5/8/26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673D6C-392A-46A2-A751-B42838D7A247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98382E11-53ED-4A43-8EA8-73301900E4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0803" y="193278"/>
            <a:ext cx="8071945" cy="544513"/>
          </a:xfrm>
        </p:spPr>
        <p:txBody>
          <a:bodyPr>
            <a:normAutofit/>
          </a:bodyPr>
          <a:lstStyle>
            <a:lvl1pPr>
              <a:defRPr sz="3200" b="1"/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9" name="Rectangle 9">
            <a:extLst>
              <a:ext uri="{FF2B5EF4-FFF2-40B4-BE49-F238E27FC236}">
                <a16:creationId xmlns:a16="http://schemas.microsoft.com/office/drawing/2014/main" id="{E7BEA12B-49FD-4D06-9A17-0CEE47BF1411}"/>
              </a:ext>
            </a:extLst>
          </p:cNvPr>
          <p:cNvSpPr/>
          <p:nvPr userDrawn="1"/>
        </p:nvSpPr>
        <p:spPr>
          <a:xfrm>
            <a:off x="510803" y="800718"/>
            <a:ext cx="8071945" cy="45719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31130016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83D597-4074-484D-B366-9FBF1EAB7EA4}" type="datetimeFigureOut">
              <a:rPr lang="en-US" smtClean="0"/>
              <a:t>5/8/26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673D6C-392A-46A2-A751-B42838D7A247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6DE47200-9EF8-46B8-BABC-64287EF5C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0803" y="193278"/>
            <a:ext cx="8071945" cy="544513"/>
          </a:xfrm>
        </p:spPr>
        <p:txBody>
          <a:bodyPr>
            <a:normAutofit/>
          </a:bodyPr>
          <a:lstStyle>
            <a:lvl1pPr>
              <a:defRPr sz="3200" b="1"/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11" name="Rectangle 9">
            <a:extLst>
              <a:ext uri="{FF2B5EF4-FFF2-40B4-BE49-F238E27FC236}">
                <a16:creationId xmlns:a16="http://schemas.microsoft.com/office/drawing/2014/main" id="{65506B73-5051-4F3C-AF86-3158CB8283E3}"/>
              </a:ext>
            </a:extLst>
          </p:cNvPr>
          <p:cNvSpPr/>
          <p:nvPr userDrawn="1"/>
        </p:nvSpPr>
        <p:spPr>
          <a:xfrm>
            <a:off x="510803" y="800718"/>
            <a:ext cx="8071945" cy="45719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1525510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83D597-4074-484D-B366-9FBF1EAB7EA4}" type="datetimeFigureOut">
              <a:rPr lang="en-US" smtClean="0"/>
              <a:t>5/8/26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673D6C-392A-46A2-A751-B42838D7A2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8952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83D597-4074-484D-B366-9FBF1EAB7EA4}" type="datetimeFigureOut">
              <a:rPr lang="en-US" smtClean="0"/>
              <a:t>5/8/26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673D6C-392A-46A2-A751-B42838D7A2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9458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83D597-4074-484D-B366-9FBF1EAB7EA4}" type="datetimeFigureOut">
              <a:rPr lang="en-US" smtClean="0"/>
              <a:t>5/8/26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673D6C-392A-46A2-A751-B42838D7A2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5403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83D597-4074-484D-B366-9FBF1EAB7EA4}" type="datetimeFigureOut">
              <a:rPr lang="en-US" smtClean="0"/>
              <a:t>5/8/26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673D6C-392A-46A2-A751-B42838D7A2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71204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83D597-4074-484D-B366-9FBF1EAB7EA4}" type="datetimeFigureOut">
              <a:rPr lang="en-US" smtClean="0"/>
              <a:t>5/8/26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673D6C-392A-46A2-A751-B42838D7A2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76540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83D597-4074-484D-B366-9FBF1EAB7EA4}" type="datetimeFigureOut">
              <a:rPr lang="en-US" smtClean="0"/>
              <a:t>5/8/26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673D6C-392A-46A2-A751-B42838D7A2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60720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01166"/>
            <a:ext cx="7886700" cy="72584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254935"/>
            <a:ext cx="7886700" cy="49220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C83D597-4074-484D-B366-9FBF1EAB7EA4}" type="datetimeFigureOut">
              <a:rPr lang="en-US" smtClean="0"/>
              <a:t>5/8/26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673D6C-392A-46A2-A751-B42838D7A24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10478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1150CCA-E8C8-4E8A-8A9B-5285DB2BD2C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人工智能与深度学习</a:t>
            </a:r>
            <a:endParaRPr lang="en-US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E509218D-7BE0-4EBF-8813-1A4289BCDB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854450"/>
            <a:ext cx="6858000" cy="2266950"/>
          </a:xfrm>
        </p:spPr>
        <p:txBody>
          <a:bodyPr>
            <a:normAutofit/>
          </a:bodyPr>
          <a:lstStyle/>
          <a:p>
            <a:r>
              <a:rPr lang="zh-CN" altLang="en-US" dirty="0">
                <a:solidFill>
                  <a:srgbClr val="C00000"/>
                </a:solidFill>
              </a:rPr>
              <a:t>上机（一）</a:t>
            </a:r>
            <a:endParaRPr lang="en-US" dirty="0"/>
          </a:p>
          <a:p>
            <a:r>
              <a:rPr lang="zh-CN" altLang="en-US" dirty="0"/>
              <a:t>华中科技大学  机械科学与工程学院</a:t>
            </a:r>
            <a:endParaRPr lang="en-US" altLang="zh-CN" dirty="0"/>
          </a:p>
          <a:p>
            <a:r>
              <a:rPr lang="zh-CN" altLang="en-GB" dirty="0"/>
              <a:t>陈伟</a:t>
            </a:r>
            <a:endParaRPr lang="en-US" altLang="zh-CN" dirty="0"/>
          </a:p>
          <a:p>
            <a:r>
              <a:rPr lang="en-US" altLang="zh-CN"/>
              <a:t>2026</a:t>
            </a:r>
            <a:endParaRPr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74E2887-3671-4E65-8C8B-B1EC2EB9BE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673D6C-392A-46A2-A751-B42838D7A24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77545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430F1E0-D536-4593-8AFF-786C59EB8E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/>
              <a:t>启动流程</a:t>
            </a:r>
            <a:endParaRPr 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34BA8BA-16BB-4835-9219-96B7053A7D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进入 </a:t>
            </a:r>
            <a:r>
              <a:rPr lang="en-US" altLang="zh-CN" dirty="0"/>
              <a:t>win10-x64 </a:t>
            </a:r>
            <a:r>
              <a:rPr lang="zh-CN" altLang="en-US" dirty="0"/>
              <a:t>系统</a:t>
            </a:r>
            <a:endParaRPr lang="en-US" altLang="zh-CN" dirty="0"/>
          </a:p>
          <a:p>
            <a:r>
              <a:rPr lang="zh-CN" altLang="en-US" dirty="0"/>
              <a:t>在开始菜单中，找到 </a:t>
            </a:r>
            <a:r>
              <a:rPr lang="en-US" altLang="zh-CN" dirty="0"/>
              <a:t>Anaconda</a:t>
            </a:r>
            <a:r>
              <a:rPr lang="zh-CN" altLang="en-US" dirty="0"/>
              <a:t>，打开 </a:t>
            </a:r>
            <a:r>
              <a:rPr lang="en-US" altLang="zh-CN" dirty="0"/>
              <a:t>Anaconda Navigator</a:t>
            </a:r>
            <a:r>
              <a:rPr lang="zh-CN" altLang="en-US" dirty="0"/>
              <a:t>，打开 </a:t>
            </a:r>
            <a:r>
              <a:rPr lang="en-US" altLang="zh-CN" dirty="0" err="1"/>
              <a:t>Jupyter</a:t>
            </a:r>
            <a:r>
              <a:rPr lang="en-US" altLang="zh-CN"/>
              <a:t> Notebook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6270FD2-8EB2-4230-84D4-2B3D7442A7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673D6C-392A-46A2-A751-B42838D7A247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25215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430F1E0-D536-4593-8AFF-786C59EB8E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上机内容</a:t>
            </a:r>
            <a:r>
              <a:rPr lang="en-US" altLang="zh-CN" dirty="0"/>
              <a:t>1</a:t>
            </a:r>
            <a:endParaRPr 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34BA8BA-16BB-4835-9219-96B7053A7D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在 </a:t>
            </a:r>
            <a:r>
              <a:rPr lang="en-US" altLang="zh-CN" dirty="0" err="1"/>
              <a:t>Jupyter</a:t>
            </a:r>
            <a:r>
              <a:rPr lang="en-US" altLang="zh-CN" dirty="0"/>
              <a:t> Notebook</a:t>
            </a:r>
            <a:r>
              <a:rPr lang="zh-CN" altLang="en-US" dirty="0"/>
              <a:t> 中依次运行以下 </a:t>
            </a:r>
            <a:r>
              <a:rPr lang="en-US" altLang="zh-CN" dirty="0"/>
              <a:t>notebooks</a:t>
            </a:r>
            <a:r>
              <a:rPr lang="zh-CN" altLang="en-US" dirty="0"/>
              <a:t>的每个单元格（即每个 </a:t>
            </a:r>
            <a:r>
              <a:rPr lang="en-US" altLang="zh-CN" dirty="0"/>
              <a:t>cell</a:t>
            </a:r>
            <a:r>
              <a:rPr lang="zh-CN" altLang="en-US" dirty="0"/>
              <a:t>），理解代码的含义</a:t>
            </a:r>
            <a:endParaRPr lang="en-US" altLang="zh-CN" dirty="0"/>
          </a:p>
          <a:p>
            <a:pPr lvl="1"/>
            <a:r>
              <a:rPr lang="en-US" altLang="zh-CN" dirty="0"/>
              <a:t>Jupyter101.ipynb</a:t>
            </a:r>
          </a:p>
          <a:p>
            <a:pPr lvl="1"/>
            <a:r>
              <a:rPr lang="en-US" altLang="zh-CN" dirty="0"/>
              <a:t>Python101.ipynb</a:t>
            </a:r>
          </a:p>
          <a:p>
            <a:pPr lvl="1"/>
            <a:r>
              <a:rPr lang="en-US" altLang="zh-CN" dirty="0"/>
              <a:t>Numpy101.ipynb</a:t>
            </a:r>
          </a:p>
          <a:p>
            <a:pPr lvl="1"/>
            <a:r>
              <a:rPr lang="en-US" altLang="zh-CN" dirty="0"/>
              <a:t>Pandas101.ipynb</a:t>
            </a:r>
          </a:p>
          <a:p>
            <a:pPr lvl="1"/>
            <a:r>
              <a:rPr lang="en-US" altLang="zh-CN" dirty="0"/>
              <a:t>scikit_learn101.ipynb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6270FD2-8EB2-4230-84D4-2B3D7442A7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673D6C-392A-46A2-A751-B42838D7A247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68514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430F1E0-D536-4593-8AFF-786C59EB8E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上机内容</a:t>
            </a:r>
            <a:r>
              <a:rPr lang="en-US" altLang="zh-CN" dirty="0"/>
              <a:t>2</a:t>
            </a:r>
            <a:endParaRPr 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34BA8BA-16BB-4835-9219-96B7053A7D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0803" y="1040524"/>
            <a:ext cx="8071945" cy="5531726"/>
          </a:xfrm>
        </p:spPr>
        <p:txBody>
          <a:bodyPr>
            <a:normAutofit lnSpcReduction="10000"/>
          </a:bodyPr>
          <a:lstStyle/>
          <a:p>
            <a:r>
              <a:rPr lang="zh-CN" altLang="en-US" dirty="0"/>
              <a:t>新建一个 </a:t>
            </a:r>
            <a:r>
              <a:rPr lang="en-US" altLang="zh-CN" dirty="0"/>
              <a:t>notebook</a:t>
            </a:r>
            <a:r>
              <a:rPr lang="zh-CN" altLang="en-US" dirty="0"/>
              <a:t>，编写代码完成以下内容</a:t>
            </a:r>
            <a:endParaRPr lang="en-US" altLang="zh-CN" dirty="0"/>
          </a:p>
          <a:p>
            <a:pPr lvl="1"/>
            <a:r>
              <a:rPr lang="zh-CN" altLang="en-US" dirty="0"/>
              <a:t>从 </a:t>
            </a:r>
            <a:r>
              <a:rPr lang="en-US" altLang="zh-CN" dirty="0"/>
              <a:t>HousingData.csv</a:t>
            </a:r>
            <a:r>
              <a:rPr lang="zh-CN" altLang="en-US" dirty="0"/>
              <a:t> 中读取波士顿房价数据</a:t>
            </a:r>
            <a:endParaRPr lang="en-US" altLang="zh-CN" dirty="0"/>
          </a:p>
          <a:p>
            <a:pPr lvl="1"/>
            <a:r>
              <a:rPr lang="zh-CN" altLang="en-US" dirty="0"/>
              <a:t>使用前</a:t>
            </a:r>
            <a:r>
              <a:rPr lang="en-US" altLang="zh-CN" dirty="0"/>
              <a:t>400</a:t>
            </a:r>
            <a:r>
              <a:rPr lang="zh-CN" altLang="en-US" dirty="0"/>
              <a:t>行数据（</a:t>
            </a:r>
            <a:r>
              <a:rPr lang="en-US" altLang="zh-CN" dirty="0"/>
              <a:t>400</a:t>
            </a:r>
            <a:r>
              <a:rPr lang="zh-CN" altLang="en-US" dirty="0"/>
              <a:t>个样本），选取三个特征，训练线性回归模型（可以使用正则化），估计各区的房价中位数（“</a:t>
            </a:r>
            <a:r>
              <a:rPr lang="en-US" altLang="zh-CN" dirty="0"/>
              <a:t>MEDV</a:t>
            </a:r>
            <a:r>
              <a:rPr lang="zh-CN" altLang="en-US" dirty="0"/>
              <a:t>”）</a:t>
            </a:r>
            <a:endParaRPr lang="en-US" altLang="zh-CN" dirty="0"/>
          </a:p>
          <a:p>
            <a:pPr lvl="1"/>
            <a:r>
              <a:rPr lang="zh-CN" altLang="en-US" dirty="0"/>
              <a:t>在最后</a:t>
            </a:r>
            <a:r>
              <a:rPr lang="en-US" altLang="zh-CN" dirty="0"/>
              <a:t>100</a:t>
            </a:r>
            <a:r>
              <a:rPr lang="zh-CN" altLang="en-US" dirty="0"/>
              <a:t>行数据（</a:t>
            </a:r>
            <a:r>
              <a:rPr lang="en-US" altLang="zh-CN" dirty="0"/>
              <a:t>100</a:t>
            </a:r>
            <a:r>
              <a:rPr lang="zh-CN" altLang="en-US" dirty="0"/>
              <a:t>个样本）上测试，评价测试结果</a:t>
            </a:r>
            <a:endParaRPr lang="en-US" altLang="zh-CN" dirty="0"/>
          </a:p>
          <a:p>
            <a:pPr lvl="1"/>
            <a:r>
              <a:rPr lang="zh-CN" altLang="en-US" dirty="0"/>
              <a:t>提示</a:t>
            </a:r>
            <a:endParaRPr lang="en-US" altLang="zh-CN" dirty="0"/>
          </a:p>
          <a:p>
            <a:pPr lvl="2"/>
            <a:r>
              <a:rPr lang="zh-CN" altLang="en-US" dirty="0"/>
              <a:t>模型要求只能使用三个特征，哪三个特征效果比较好？</a:t>
            </a:r>
            <a:endParaRPr lang="en-US" altLang="zh-CN" dirty="0"/>
          </a:p>
          <a:p>
            <a:pPr lvl="2"/>
            <a:r>
              <a:rPr lang="zh-CN" altLang="en-US" dirty="0"/>
              <a:t>请尽量在 </a:t>
            </a:r>
            <a:r>
              <a:rPr lang="en-US" altLang="zh-CN" dirty="0" err="1"/>
              <a:t>Jupyter</a:t>
            </a:r>
            <a:r>
              <a:rPr lang="en-US" altLang="zh-CN" dirty="0"/>
              <a:t> Notebook </a:t>
            </a:r>
            <a:r>
              <a:rPr lang="zh-CN" altLang="en-US" dirty="0"/>
              <a:t>中保留所有信息（保留每一步的尝试）</a:t>
            </a:r>
            <a:endParaRPr lang="en-US" altLang="zh-CN" dirty="0"/>
          </a:p>
          <a:p>
            <a:r>
              <a:rPr lang="zh-CN" altLang="en-US" dirty="0"/>
              <a:t>提交 </a:t>
            </a:r>
            <a:r>
              <a:rPr lang="en-US" altLang="zh-CN" dirty="0"/>
              <a:t>.</a:t>
            </a:r>
            <a:r>
              <a:rPr lang="en-US" altLang="zh-CN" dirty="0" err="1"/>
              <a:t>ipynb</a:t>
            </a:r>
            <a:r>
              <a:rPr lang="en-US" altLang="zh-CN" dirty="0"/>
              <a:t> </a:t>
            </a:r>
            <a:r>
              <a:rPr lang="zh-CN" altLang="en-US" dirty="0"/>
              <a:t>文件和一份描述本次机器学习开发流程及结果的报告</a:t>
            </a:r>
            <a:endParaRPr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6270FD2-8EB2-4230-84D4-2B3D7442A7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673D6C-392A-46A2-A751-B42838D7A247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43979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1">
      <a:majorFont>
        <a:latin typeface="Calibri Light"/>
        <a:ea typeface="雅虎"/>
        <a:cs typeface=""/>
      </a:majorFont>
      <a:minorFont>
        <a:latin typeface="Calibri"/>
        <a:ea typeface="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29078</TotalTime>
  <Words>213</Words>
  <Application>Microsoft Macintosh PowerPoint</Application>
  <PresentationFormat>全屏显示(4:3)</PresentationFormat>
  <Paragraphs>28</Paragraphs>
  <Slides>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主题​​</vt:lpstr>
      <vt:lpstr>人工智能与深度学习</vt:lpstr>
      <vt:lpstr>启动流程</vt:lpstr>
      <vt:lpstr>上机内容1</vt:lpstr>
      <vt:lpstr>上机内容2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Xiangrui Zeng</dc:creator>
  <cp:lastModifiedBy>zr lee</cp:lastModifiedBy>
  <cp:revision>477</cp:revision>
  <dcterms:created xsi:type="dcterms:W3CDTF">2022-04-18T01:26:45Z</dcterms:created>
  <dcterms:modified xsi:type="dcterms:W3CDTF">2026-05-08T11:06:19Z</dcterms:modified>
</cp:coreProperties>
</file>